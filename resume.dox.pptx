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ish Sirasapalli" userId="350654896b3ee9eb" providerId="LiveId" clId="{7FCE7E89-9C09-40F9-9A18-937D6769903B}"/>
    <pc:docChg chg="custSel addSld modSld modMainMaster">
      <pc:chgData name="Satish Sirasapalli" userId="350654896b3ee9eb" providerId="LiveId" clId="{7FCE7E89-9C09-40F9-9A18-937D6769903B}" dt="2023-11-23T05:22:25.083" v="565" actId="20577"/>
      <pc:docMkLst>
        <pc:docMk/>
      </pc:docMkLst>
      <pc:sldChg chg="addSp delSp modSp new mod modTransition setBg modAnim">
        <pc:chgData name="Satish Sirasapalli" userId="350654896b3ee9eb" providerId="LiveId" clId="{7FCE7E89-9C09-40F9-9A18-937D6769903B}" dt="2023-11-23T05:22:25.083" v="565" actId="20577"/>
        <pc:sldMkLst>
          <pc:docMk/>
          <pc:sldMk cId="3432549272" sldId="256"/>
        </pc:sldMkLst>
        <pc:spChg chg="mod">
          <ac:chgData name="Satish Sirasapalli" userId="350654896b3ee9eb" providerId="LiveId" clId="{7FCE7E89-9C09-40F9-9A18-937D6769903B}" dt="2023-11-02T15:47:55.057" v="84" actId="1076"/>
          <ac:spMkLst>
            <pc:docMk/>
            <pc:sldMk cId="3432549272" sldId="256"/>
            <ac:spMk id="2" creationId="{C37B622A-2F20-79BA-9C7C-FC63C9AB05ED}"/>
          </ac:spMkLst>
        </pc:spChg>
        <pc:spChg chg="mod">
          <ac:chgData name="Satish Sirasapalli" userId="350654896b3ee9eb" providerId="LiveId" clId="{7FCE7E89-9C09-40F9-9A18-937D6769903B}" dt="2023-11-23T05:22:25.083" v="565" actId="20577"/>
          <ac:spMkLst>
            <pc:docMk/>
            <pc:sldMk cId="3432549272" sldId="256"/>
            <ac:spMk id="3" creationId="{2E9FA970-EDA7-5A01-6142-14242CD7D43C}"/>
          </ac:spMkLst>
        </pc:spChg>
        <pc:spChg chg="add del mod">
          <ac:chgData name="Satish Sirasapalli" userId="350654896b3ee9eb" providerId="LiveId" clId="{7FCE7E89-9C09-40F9-9A18-937D6769903B}" dt="2023-11-02T15:40:56.123" v="49" actId="478"/>
          <ac:spMkLst>
            <pc:docMk/>
            <pc:sldMk cId="3432549272" sldId="256"/>
            <ac:spMk id="4" creationId="{BDC09C6E-56D3-59B5-E180-539FE58A803D}"/>
          </ac:spMkLst>
        </pc:spChg>
        <pc:spChg chg="add mod">
          <ac:chgData name="Satish Sirasapalli" userId="350654896b3ee9eb" providerId="LiveId" clId="{7FCE7E89-9C09-40F9-9A18-937D6769903B}" dt="2023-11-02T15:50:37.948" v="216"/>
          <ac:spMkLst>
            <pc:docMk/>
            <pc:sldMk cId="3432549272" sldId="256"/>
            <ac:spMk id="5" creationId="{AEF5A2DB-2BF7-1B63-8D9D-CB122C59C0A8}"/>
          </ac:spMkLst>
        </pc:spChg>
      </pc:sldChg>
      <pc:sldMasterChg chg="setBg modSldLayout">
        <pc:chgData name="Satish Sirasapalli" userId="350654896b3ee9eb" providerId="LiveId" clId="{7FCE7E89-9C09-40F9-9A18-937D6769903B}" dt="2023-11-02T15:53:00.423" v="217"/>
        <pc:sldMasterMkLst>
          <pc:docMk/>
          <pc:sldMasterMk cId="1354242421" sldId="2147483780"/>
        </pc:sldMasterMkLst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3359615009" sldId="2147483781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561702418" sldId="2147483782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4061873609" sldId="2147483783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2403310306" sldId="2147483784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1939386657" sldId="2147483785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2943133145" sldId="2147483786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304167447" sldId="2147483787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1188234065" sldId="2147483788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2015382792" sldId="2147483789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2593369805" sldId="2147483790"/>
          </pc:sldLayoutMkLst>
        </pc:sldLayoutChg>
        <pc:sldLayoutChg chg="setBg">
          <pc:chgData name="Satish Sirasapalli" userId="350654896b3ee9eb" providerId="LiveId" clId="{7FCE7E89-9C09-40F9-9A18-937D6769903B}" dt="2023-11-02T15:53:00.423" v="217"/>
          <pc:sldLayoutMkLst>
            <pc:docMk/>
            <pc:sldMasterMk cId="1354242421" sldId="2147483780"/>
            <pc:sldLayoutMk cId="866619341" sldId="214748379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61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70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87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1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38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3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6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23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38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6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1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6ABE-063F-4EA7-B2C3-E35778C3DE7E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B8E98D4-E59E-4B0C-B284-84100E85D5C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24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622A-2F20-79BA-9C7C-FC63C9AB0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2393" y="1235435"/>
            <a:ext cx="8637073" cy="2541431"/>
          </a:xfrm>
          <a:noFill/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lgerian" panose="04020705040A02060702" pitchFamily="82" charset="0"/>
              </a:rPr>
              <a:t>Overthinking kills </a:t>
            </a:r>
            <a:r>
              <a:rPr lang="en-US" dirty="0" err="1">
                <a:solidFill>
                  <a:srgbClr val="002060"/>
                </a:solidFill>
                <a:latin typeface="Algerian" panose="04020705040A02060702" pitchFamily="82" charset="0"/>
              </a:rPr>
              <a:t>ur</a:t>
            </a:r>
            <a:r>
              <a:rPr lang="en-US" dirty="0">
                <a:solidFill>
                  <a:srgbClr val="002060"/>
                </a:solidFill>
                <a:latin typeface="Algerian" panose="04020705040A02060702" pitchFamily="82" charset="0"/>
              </a:rPr>
              <a:t> happiness</a:t>
            </a:r>
            <a:endParaRPr lang="en-IN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A970-EDA7-5A01-6142-14242CD7D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                                                                                    </a:t>
            </a:r>
            <a:r>
              <a:rPr lang="en-US" sz="1100" dirty="0"/>
              <a:t>                                                                    04….&gt;</a:t>
            </a:r>
          </a:p>
          <a:p>
            <a:r>
              <a:rPr lang="en-US" sz="1100" dirty="0"/>
              <a:t>.                                                                                                                                                                                                            😍😍😍</a:t>
            </a:r>
            <a:endParaRPr lang="en-IN" sz="1100" dirty="0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AEF5A2DB-2BF7-1B63-8D9D-CB122C59C0A8}"/>
              </a:ext>
            </a:extLst>
          </p:cNvPr>
          <p:cNvSpPr/>
          <p:nvPr/>
        </p:nvSpPr>
        <p:spPr>
          <a:xfrm>
            <a:off x="1078029" y="1819175"/>
            <a:ext cx="827773" cy="686975"/>
          </a:xfrm>
          <a:prstGeom prst="smileyFace">
            <a:avLst/>
          </a:prstGeom>
          <a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49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Algerian</vt:lpstr>
      <vt:lpstr>Arial</vt:lpstr>
      <vt:lpstr>Gill Sans MT</vt:lpstr>
      <vt:lpstr>Gallery</vt:lpstr>
      <vt:lpstr>Overthinking kills ur happiness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Overthinking kills ur happiness</dc:title>
  <dc:creator>Satish Sirasapalli</dc:creator>
  <cp:lastModifiedBy>Satish Sirasapalli</cp:lastModifiedBy>
  <cp:revision>1</cp:revision>
  <dcterms:created xsi:type="dcterms:W3CDTF">2023-11-02T15:39:35Z</dcterms:created>
  <dcterms:modified xsi:type="dcterms:W3CDTF">2023-11-23T05:22:45Z</dcterms:modified>
</cp:coreProperties>
</file>